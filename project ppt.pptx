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9" r:id="rId6"/>
    <p:sldId id="261" r:id="rId7"/>
    <p:sldId id="270" r:id="rId8"/>
    <p:sldId id="271" r:id="rId9"/>
    <p:sldId id="262" r:id="rId10"/>
    <p:sldId id="263" r:id="rId11"/>
    <p:sldId id="264" r:id="rId12"/>
    <p:sldId id="268" r:id="rId13"/>
    <p:sldId id="267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5" d="100"/>
          <a:sy n="65" d="100"/>
        </p:scale>
        <p:origin x="-1536" y="-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5B7A8-7448-4D2C-9612-80E8F2D86918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0F586-81CD-4690-8F52-EFC70312BC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56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0F586-81CD-4690-8F52-EFC70312BCA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9700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0F586-81CD-4690-8F52-EFC70312BCA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09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ECB27C8D-13B1-4785-9668-5F5ECFE1B5F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2DAF465-D75E-409B-A04D-B393E55D4A6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1340768"/>
            <a:ext cx="7315200" cy="2595025"/>
          </a:xfrm>
        </p:spPr>
        <p:txBody>
          <a:bodyPr/>
          <a:lstStyle/>
          <a:p>
            <a:r>
              <a:rPr lang="en-US" dirty="0"/>
              <a:t>Covid-19 data analysis and visualization</a:t>
            </a:r>
            <a:br>
              <a:rPr lang="en-US" dirty="0"/>
            </a:br>
            <a:r>
              <a:rPr lang="en-US" dirty="0"/>
              <a:t>using python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191672" y="5675965"/>
            <a:ext cx="2880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NAME- Jaspreet Mashalu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COURSE-</a:t>
            </a:r>
            <a:r>
              <a:rPr lang="en-US" sz="2000" dirty="0" err="1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B.Tech</a:t>
            </a:r>
            <a:r>
              <a:rPr lang="en-US" sz="2000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(AI&amp;ML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841538" y="100529"/>
            <a:ext cx="2304256" cy="194421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119664" y="2276872"/>
            <a:ext cx="2556792" cy="165618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794" y="4160774"/>
            <a:ext cx="9144000" cy="2698955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ounded Rectangle 11"/>
          <p:cNvSpPr/>
          <p:nvPr/>
        </p:nvSpPr>
        <p:spPr>
          <a:xfrm>
            <a:off x="5364088" y="4941645"/>
            <a:ext cx="3707904" cy="157765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5580112" y="5201816"/>
            <a:ext cx="324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:- Jaspreet  Mashalu</a:t>
            </a:r>
          </a:p>
          <a:p>
            <a:r>
              <a:rPr lang="en-US" dirty="0" smtClean="0"/>
              <a:t>Class:-B.Tech(AI&amp;ML)</a:t>
            </a:r>
            <a:endParaRPr lang="en-IN" dirty="0"/>
          </a:p>
        </p:txBody>
      </p:sp>
      <p:sp>
        <p:nvSpPr>
          <p:cNvPr id="18" name="Rectangle 17"/>
          <p:cNvSpPr/>
          <p:nvPr/>
        </p:nvSpPr>
        <p:spPr>
          <a:xfrm>
            <a:off x="3275856" y="4160774"/>
            <a:ext cx="1944216" cy="186913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539552" y="4610432"/>
            <a:ext cx="2130585" cy="223912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92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87" y="382881"/>
            <a:ext cx="421196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i="1" dirty="0" smtClean="0">
                <a:latin typeface="Andalus" pitchFamily="18" charset="-78"/>
                <a:cs typeface="Andalus" pitchFamily="18" charset="-78"/>
              </a:rPr>
              <a:t>Company  Profile</a:t>
            </a: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4499992" y="638860"/>
            <a:ext cx="4572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 Black" pitchFamily="34" charset="0"/>
              </a:rPr>
              <a:t>Certification: ISO 9001:2015 Certified</a:t>
            </a:r>
          </a:p>
          <a:p>
            <a:r>
              <a:rPr lang="en-US" sz="2000" u="sng" dirty="0" smtClean="0">
                <a:latin typeface="Arial Black" pitchFamily="34" charset="0"/>
              </a:rPr>
              <a:t>Specializations: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ldhabi" pitchFamily="2" charset="-78"/>
                <a:cs typeface="Aldhabi" pitchFamily="2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Web Development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Mobile Application Development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Custom Software Development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UI/UX Design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Hosting Services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Digital Marketing</a:t>
            </a:r>
          </a:p>
          <a:p>
            <a:endParaRPr lang="en-IN" dirty="0"/>
          </a:p>
        </p:txBody>
      </p:sp>
      <p:sp>
        <p:nvSpPr>
          <p:cNvPr id="4" name="AutoShape 2" descr="O7 Servic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41510" y="2816729"/>
            <a:ext cx="4084514" cy="223224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644008" y="3532744"/>
            <a:ext cx="31683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latin typeface="Arial Black" pitchFamily="34" charset="0"/>
              </a:rPr>
              <a:t>Services</a:t>
            </a:r>
            <a:r>
              <a:rPr lang="en-US" sz="2800" u="sng" dirty="0"/>
              <a:t>: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644008" y="4332963"/>
            <a:ext cx="442798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Advanced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IT solutions supporting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          the entire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business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Consulting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to system development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Deployment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Quality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Assurance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 smtClean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000" dirty="0">
                <a:latin typeface="Andalus" pitchFamily="18" charset="-78"/>
                <a:cs typeface="Andalus" pitchFamily="18" charset="-78"/>
              </a:rPr>
              <a:t>24x7 Support</a:t>
            </a:r>
          </a:p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07975" y="5301208"/>
            <a:ext cx="3024336" cy="1418631"/>
          </a:xfrm>
          <a:prstGeom prst="rect">
            <a:avLst/>
          </a:prstGeom>
          <a:ln/>
          <a:effectLst>
            <a:reflection blurRad="6350" stA="52000" endA="300" endPos="35000" dir="5400000" sy="-100000" algn="bl" rotWithShape="0"/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07975" y="5440958"/>
            <a:ext cx="3327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bg2"/>
                </a:solidFill>
              </a:rPr>
              <a:t>Headquarters: Jalandhar</a:t>
            </a:r>
          </a:p>
          <a:p>
            <a:r>
              <a:rPr lang="en-US" b="1" i="1" dirty="0">
                <a:solidFill>
                  <a:schemeClr val="bg2"/>
                </a:solidFill>
              </a:rPr>
              <a:t>                                                                  Branch Office: Hoshiarpur</a:t>
            </a:r>
            <a:endParaRPr lang="en-IN" b="1" i="1" dirty="0">
              <a:solidFill>
                <a:schemeClr val="bg2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88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093488" y="116632"/>
            <a:ext cx="4896544" cy="1080120"/>
          </a:xfrm>
          <a:prstGeom prst="roundRect">
            <a:avLst/>
          </a:prstGeom>
          <a:ln w="38100">
            <a:solidFill>
              <a:srgbClr val="FFC0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101600" y="-945197"/>
            <a:ext cx="388843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lgerian" pitchFamily="82" charset="0"/>
              </a:rPr>
              <a:t>                INDEX</a:t>
            </a:r>
            <a:endParaRPr lang="en-IN" sz="6600" dirty="0">
              <a:solidFill>
                <a:schemeClr val="bg1">
                  <a:lumMod val="95000"/>
                  <a:lumOff val="5000"/>
                </a:schemeClr>
              </a:solidFill>
              <a:latin typeface="Algerian" pitchFamily="8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6709" y="1249209"/>
            <a:ext cx="86050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1.Introduction</a:t>
            </a:r>
          </a:p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2.Problem statements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3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.Project Objectives</a:t>
            </a: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4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.Project Features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5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.Project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Requirements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6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.Data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Collection and Preprocessing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7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Results and Visualizations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8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.Screenshots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>
                <a:latin typeface="Andalus" pitchFamily="18" charset="-78"/>
                <a:cs typeface="Andalus" pitchFamily="18" charset="-78"/>
              </a:rPr>
              <a:t>9</a:t>
            </a:r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.Conclusion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10.Future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Scope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r>
              <a:rPr lang="en-US" sz="3200" dirty="0" smtClean="0">
                <a:latin typeface="Andalus" pitchFamily="18" charset="-78"/>
                <a:cs typeface="Andalus" pitchFamily="18" charset="-78"/>
              </a:rPr>
              <a:t>11.Thank </a:t>
            </a:r>
            <a:r>
              <a:rPr lang="en-US" sz="3200" dirty="0">
                <a:latin typeface="Andalus" pitchFamily="18" charset="-78"/>
                <a:cs typeface="Andalus" pitchFamily="18" charset="-78"/>
              </a:rPr>
              <a:t>You</a:t>
            </a:r>
            <a:endParaRPr lang="en-IN" sz="3200" dirty="0">
              <a:latin typeface="Andalus" pitchFamily="18" charset="-78"/>
              <a:cs typeface="Andalus" pitchFamily="18" charset="-78"/>
            </a:endParaRP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4289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9592" y="22385"/>
            <a:ext cx="47525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i="1" u="sng" dirty="0" smtClean="0">
                <a:latin typeface="Aldhabi" pitchFamily="2" charset="-78"/>
                <a:cs typeface="Aldhabi" pitchFamily="2" charset="-78"/>
              </a:rPr>
              <a:t>Introduction</a:t>
            </a:r>
            <a:endParaRPr lang="en-IN" sz="9600" b="1" i="1" u="sng" dirty="0">
              <a:latin typeface="Aldhabi" pitchFamily="2" charset="-78"/>
              <a:cs typeface="Aldhabi" pitchFamily="2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5576" y="1642095"/>
            <a:ext cx="7128792" cy="476704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1259632" y="1844824"/>
            <a:ext cx="639027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COVID-19 is a global pandemic that affected millions of people worldwide.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project analyzes COVID-19 data using Python.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dataset contains information such as Confirmed Cases, Deaths, Recovered Cases, Active Cases, New Cases, and Country.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Data preprocessing techniques were used to clean and prepare the dataset.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Different charts and graphs were created to visualize the data.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project helps identify trends, patterns, and comparisons in COVID-19 cases.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sz="20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This analysis supports better understanding of the pandemic through data visualization. </a:t>
            </a:r>
          </a:p>
          <a:p>
            <a:endParaRPr lang="en-IN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91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460977"/>
            <a:ext cx="9175231" cy="539702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br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755576" y="260648"/>
            <a:ext cx="7128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i="1" u="sng" dirty="0" smtClean="0">
                <a:latin typeface="Andalus" pitchFamily="18" charset="-78"/>
                <a:cs typeface="Andalus" pitchFamily="18" charset="-78"/>
              </a:rPr>
              <a:t>Problem </a:t>
            </a:r>
            <a:r>
              <a:rPr lang="en-US" sz="5400" b="1" i="1" u="sng" dirty="0">
                <a:latin typeface="Andalus" pitchFamily="18" charset="-78"/>
                <a:cs typeface="Andalus" pitchFamily="18" charset="-78"/>
              </a:rPr>
              <a:t>statements</a:t>
            </a:r>
            <a:endParaRPr lang="en-IN" sz="5400" b="1" i="1" u="sng" dirty="0">
              <a:latin typeface="Andalus" pitchFamily="18" charset="-78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546" y="1531232"/>
            <a:ext cx="9159685" cy="4678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During the COVID-19 pandemic, managing patient records manually was difficult and time-consuming.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People often faced challenges in getting accurate and up-to-date information about COVID-19 cases and guidelines.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Hospitals and healthcare centers needed a better system to manage patient data and COVID-19 records efficiently.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Manual record-keeping increased the chances of errors, duplicate entries, and delays in accessing information.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There was a need for a centralized system to store, update, and manage COVID-19-related data.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The project aims to provide an easy-to-use platform for managing COVID-19 information accurately and efficiently.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Andalus" pitchFamily="18" charset="-78"/>
                <a:cs typeface="Andalus" pitchFamily="18" charset="-78"/>
              </a:rPr>
              <a:t>The system helps improve data management, quick access to information, and supports better decision-making.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51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75856" y="1524537"/>
            <a:ext cx="5436096" cy="452431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To analyze the COVID-19 dataset using Python.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clean and preprocess the dataset for accurate analysis.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visualize COVID-19 data using different charts and graphs.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compare confirmed, recovered, active, and death cases.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identify trends and patterns in the spread of COVID-19. 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To </a:t>
            </a:r>
            <a:r>
              <a:rPr lang="en-US" sz="2400" dirty="0"/>
              <a:t>present data in a simple and easy-to-understand visual format.</a:t>
            </a:r>
            <a:endParaRPr lang="en-IN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1524538"/>
            <a:ext cx="43204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000" i="1" u="sng" dirty="0">
              <a:latin typeface="Angsana New" pitchFamily="18" charset="-34"/>
              <a:cs typeface="Angsana New" pitchFamily="18" charset="-34"/>
            </a:endParaRPr>
          </a:p>
          <a:p>
            <a:r>
              <a:rPr lang="en-US" sz="8000" b="1" i="1" u="sng" dirty="0" smtClean="0">
                <a:latin typeface="Angsana New" pitchFamily="18" charset="-34"/>
                <a:cs typeface="Angsana New" pitchFamily="18" charset="-34"/>
              </a:rPr>
              <a:t>Objectives</a:t>
            </a:r>
            <a:endParaRPr lang="en-IN" sz="8000" b="1" i="1" u="sng" dirty="0">
              <a:latin typeface="Angsana New" pitchFamily="18" charset="-34"/>
              <a:cs typeface="Angsana New" pitchFamily="18" charset="-34"/>
            </a:endParaRP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1362402"/>
            <a:ext cx="2561920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b="1" i="1" u="sng" dirty="0">
                <a:solidFill>
                  <a:prstClr val="white"/>
                </a:solidFill>
                <a:latin typeface="Angsana New" pitchFamily="18" charset="-34"/>
                <a:cs typeface="Angsana New" pitchFamily="18" charset="-34"/>
              </a:rPr>
              <a:t>Project 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254276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3968" y="0"/>
            <a:ext cx="4860032" cy="68580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323528" y="1412776"/>
            <a:ext cx="3744416" cy="4176464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683568" y="1988840"/>
            <a:ext cx="302433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Project </a:t>
            </a:r>
            <a:r>
              <a:rPr lang="en-US" sz="66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Features</a:t>
            </a:r>
            <a:endParaRPr lang="en-IN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endParaRPr lang="en-IN" dirty="0"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27984" y="404664"/>
            <a:ext cx="4608512" cy="6048672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4599743" y="851803"/>
            <a:ext cx="4266728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Case Tracking: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Helps track COVID-19 cases, recoveries, and affected patients.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Data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Storage: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Maintains COVID-19-related data in a structured and secure database.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Vaccination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Information: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Provides details about vaccination status, availability, and related updates.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Report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Generation: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Generates reports based on stored COVID-19 data for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analysis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Easy-to-Use Interface: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Provides a simple and user-friendly design for better accessibility. </a:t>
            </a:r>
            <a:endParaRPr lang="en-US" sz="16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 smtClean="0">
                <a:latin typeface="Arial" pitchFamily="34" charset="0"/>
                <a:cs typeface="Arial" pitchFamily="34" charset="0"/>
              </a:rPr>
              <a:t>Data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Security: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Protects user and patient information from unauthorized access. </a:t>
            </a:r>
            <a:r>
              <a:rPr lang="en-US" sz="1600" b="1" dirty="0">
                <a:latin typeface="Arial" pitchFamily="34" charset="0"/>
                <a:cs typeface="Arial" pitchFamily="34" charset="0"/>
              </a:rPr>
              <a:t>Real-Time Updates:</a:t>
            </a:r>
            <a:r>
              <a:rPr lang="en-US" sz="1600" dirty="0">
                <a:latin typeface="Arial" pitchFamily="34" charset="0"/>
                <a:cs typeface="Arial" pitchFamily="34" charset="0"/>
              </a:rPr>
              <a:t> Helps provide the latest information and updates related to COVID-19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sz="1600" b="1" dirty="0"/>
              <a:t>Patient Record Management:</a:t>
            </a:r>
            <a:r>
              <a:rPr lang="en-US" sz="1600" dirty="0"/>
              <a:t> Stores and manages patient details, health status, and medical records.</a:t>
            </a:r>
            <a:endParaRPr lang="en-IN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7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931" y="-39920"/>
            <a:ext cx="9144000" cy="2014244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ounded Rectangle 2"/>
          <p:cNvSpPr/>
          <p:nvPr/>
        </p:nvSpPr>
        <p:spPr>
          <a:xfrm>
            <a:off x="1115616" y="116632"/>
            <a:ext cx="6696744" cy="1440160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24000" endPos="28000" dist="50800" dir="5400000" sy="-100000" rotWithShape="0"/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619672" y="404664"/>
            <a:ext cx="6624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i="1" u="sng" dirty="0" smtClean="0">
                <a:latin typeface="Andalus" pitchFamily="18" charset="-78"/>
                <a:cs typeface="Andalus" pitchFamily="18" charset="-78"/>
              </a:rPr>
              <a:t>Project </a:t>
            </a:r>
            <a:r>
              <a:rPr lang="en-US" sz="4800" i="1" u="sng" dirty="0">
                <a:latin typeface="Andalus" pitchFamily="18" charset="-78"/>
                <a:cs typeface="Andalus" pitchFamily="18" charset="-78"/>
              </a:rPr>
              <a:t>Requirements</a:t>
            </a:r>
            <a:endParaRPr lang="en-IN" sz="4800" i="1" u="sng" dirty="0">
              <a:latin typeface="Andalus" pitchFamily="18" charset="-78"/>
              <a:cs typeface="Andalus" pitchFamily="18" charset="-78"/>
            </a:endParaRPr>
          </a:p>
          <a:p>
            <a:endParaRPr lang="en-IN" sz="4800" dirty="0"/>
          </a:p>
        </p:txBody>
      </p:sp>
      <p:sp>
        <p:nvSpPr>
          <p:cNvPr id="12" name="Rounded Rectangle 11"/>
          <p:cNvSpPr/>
          <p:nvPr/>
        </p:nvSpPr>
        <p:spPr>
          <a:xfrm>
            <a:off x="532557" y="2492896"/>
            <a:ext cx="7056784" cy="4104456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899592" y="2778628"/>
            <a:ext cx="619268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Python -  Core  Programming  Language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Python Libraries :-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Pandas – Data cleaning and analysis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NumPy – Numerical computations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Matplotlib-  Data visualization(charts and graphs)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Seaborn- For visualization 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Streamlit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–Interactive web dashboard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VS Code – Code editor and development environment </a:t>
            </a: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 smtClean="0">
                <a:solidFill>
                  <a:schemeClr val="bg1"/>
                </a:solidFill>
              </a:rPr>
              <a:t>Jupyter natebook – Code  editor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3739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21358"/>
            <a:ext cx="9144000" cy="2160240"/>
          </a:xfrm>
          <a:prstGeom prst="roundRect">
            <a:avLst/>
          </a:prstGeom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39703"/>
            <a:ext cx="903649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Data </a:t>
            </a:r>
            <a:r>
              <a:rPr lang="en-US" sz="6000" i="1" u="sng" dirty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Collection and </a:t>
            </a:r>
            <a:r>
              <a:rPr lang="en-US" sz="60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     </a:t>
            </a:r>
            <a:endParaRPr lang="en-IN" sz="60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225018" y="1121670"/>
            <a:ext cx="48965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u="sng" dirty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Preprocessing</a:t>
            </a:r>
            <a:endParaRPr lang="en-IN" sz="60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756" y="2564904"/>
            <a:ext cx="8856984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Andalus" pitchFamily="18" charset="-78"/>
                <a:cs typeface="Andalus" pitchFamily="18" charset="-78"/>
              </a:rPr>
              <a:t>Collected the COVID-19 dataset</a:t>
            </a: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.</a:t>
            </a: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Checked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dataset for missing values.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Removed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unnecessary or duplicate data.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Organized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 for analysis.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Prepared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dataset for </a:t>
            </a: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visualization</a:t>
            </a: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>
                <a:latin typeface="Andalus" pitchFamily="18" charset="-78"/>
                <a:cs typeface="Andalus" pitchFamily="18" charset="-78"/>
              </a:rPr>
              <a:t>Converted the data into the correct format. </a:t>
            </a:r>
            <a:endParaRPr lang="en-US" sz="3600" dirty="0" smtClean="0">
              <a:latin typeface="Andalus" pitchFamily="18" charset="-78"/>
              <a:cs typeface="Andalus" pitchFamily="18" charset="-78"/>
            </a:endParaRPr>
          </a:p>
          <a:p>
            <a:pPr marL="571500" indent="-571500">
              <a:buFont typeface="Wingdings" pitchFamily="2" charset="2"/>
              <a:buChar char="q"/>
            </a:pPr>
            <a:r>
              <a:rPr lang="en-US" sz="3600" dirty="0" smtClean="0">
                <a:latin typeface="Andalus" pitchFamily="18" charset="-78"/>
                <a:cs typeface="Andalus" pitchFamily="18" charset="-78"/>
              </a:rPr>
              <a:t>Verified </a:t>
            </a:r>
            <a:r>
              <a:rPr lang="en-US" sz="3600" dirty="0">
                <a:latin typeface="Andalus" pitchFamily="18" charset="-78"/>
                <a:cs typeface="Andalus" pitchFamily="18" charset="-78"/>
              </a:rPr>
              <a:t>the dataset before analysis</a:t>
            </a:r>
            <a:r>
              <a:rPr lang="en-US" sz="3600" dirty="0"/>
              <a:t>..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006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6872" y="247581"/>
            <a:ext cx="5040560" cy="175432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N" sz="5400" b="1" i="1" u="sng" dirty="0"/>
              <a:t>Results and Visualizations</a:t>
            </a:r>
            <a:r>
              <a:rPr lang="en-IN" sz="5400" i="1" u="sng" dirty="0"/>
              <a:t>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9552" y="2204864"/>
            <a:ext cx="736356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     </a:t>
            </a:r>
          </a:p>
          <a:p>
            <a:pPr marL="285750" indent="-28575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   </a:t>
            </a: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Displayed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the data using charts and graphs.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lang="en-US" sz="2400" dirty="0">
                <a:latin typeface="Arial" charset="0"/>
                <a:cs typeface="Arial" charset="0"/>
              </a:rPr>
              <a:t> </a:t>
            </a:r>
            <a:r>
              <a:rPr lang="en-US" sz="2400" dirty="0" smtClean="0">
                <a:latin typeface="Arial" charset="0"/>
                <a:cs typeface="Arial" charset="0"/>
              </a:rPr>
              <a:t>  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Identified trends and patterns in COVID-19 data.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Generated clear and easy-to-understand visualizations. 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Impro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ved data understanding through graphical analysis.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v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Presented the final analysis results effectively. </a:t>
            </a:r>
          </a:p>
          <a:p>
            <a:pPr marL="457200" indent="-457200" fontAlgn="base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v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Compared confirmed, recovered, active, and death cases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ndalus" pitchFamily="18" charset="-78"/>
                <a:cs typeface="Andalus" pitchFamily="18" charset="-78"/>
              </a:rPr>
              <a:t>.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271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5576" y="24024"/>
            <a:ext cx="460851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Screenshots</a:t>
            </a:r>
            <a:endParaRPr lang="en-IN" sz="66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dalus" pitchFamily="18" charset="-78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0" y="1196753"/>
            <a:ext cx="9144000" cy="566124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55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6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08594" y="980728"/>
            <a:ext cx="3923928" cy="208823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08594" y="1517012"/>
            <a:ext cx="38164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Andalus" pitchFamily="18" charset="-78"/>
                <a:cs typeface="Andalus" pitchFamily="18" charset="-78"/>
              </a:rPr>
              <a:t>Conclusion</a:t>
            </a:r>
            <a:r>
              <a:rPr lang="en-IN" sz="6000" dirty="0">
                <a:solidFill>
                  <a:schemeClr val="bg1">
                    <a:lumMod val="95000"/>
                    <a:lumOff val="5000"/>
                  </a:schemeClr>
                </a:solidFill>
                <a:latin typeface="Andalus" pitchFamily="18" charset="-78"/>
                <a:cs typeface="Andalus" pitchFamily="18" charset="-78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5736" y="3677418"/>
            <a:ext cx="78752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400" dirty="0">
                <a:latin typeface="Andalus" pitchFamily="18" charset="-78"/>
                <a:cs typeface="Andalus" pitchFamily="18" charset="-78"/>
              </a:rPr>
              <a:t>Successfully analyzed the COVID-19 dataset.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Cleaned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and processed the data effectively.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Created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charts and graphs for better understanding</a:t>
            </a: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Identified important trends and patterns.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Improved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data interpretation through visualization.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Achieved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the project objectives successfully</a:t>
            </a:r>
            <a:endParaRPr lang="en-IN" sz="2400" dirty="0"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186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24744"/>
            <a:ext cx="324036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Future</a:t>
            </a:r>
          </a:p>
          <a:p>
            <a:endParaRPr lang="en-IN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2217350"/>
            <a:ext cx="3240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itchFamily="18" charset="-78"/>
                <a:cs typeface="Andalus" pitchFamily="18" charset="-78"/>
              </a:rPr>
              <a:t> Scope</a:t>
            </a:r>
            <a:r>
              <a:rPr lang="en-IN" sz="7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4334" y="2996952"/>
            <a:ext cx="59046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sz="2400" dirty="0">
                <a:latin typeface="Andalus" pitchFamily="18" charset="-78"/>
                <a:cs typeface="Andalus" pitchFamily="18" charset="-78"/>
              </a:rPr>
              <a:t>Use real-time COVID-19 data for analysis</a:t>
            </a: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.</a:t>
            </a: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Add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interactive dashboards for better visualization.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Include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prediction of future case trends.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Analyze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data at state and district levels. </a:t>
            </a:r>
            <a:endParaRPr lang="en-US" sz="2400" dirty="0" smtClean="0">
              <a:latin typeface="Andalus" pitchFamily="18" charset="-78"/>
              <a:cs typeface="Andalus" pitchFamily="18" charset="-78"/>
            </a:endParaRPr>
          </a:p>
          <a:p>
            <a:pPr marL="342900" indent="-342900">
              <a:buFont typeface="Wingdings" pitchFamily="2" charset="2"/>
              <a:buChar char="ü"/>
            </a:pPr>
            <a:r>
              <a:rPr lang="en-US" sz="2400" dirty="0" smtClean="0">
                <a:latin typeface="Andalus" pitchFamily="18" charset="-78"/>
                <a:cs typeface="Andalus" pitchFamily="18" charset="-78"/>
              </a:rPr>
              <a:t>Improve </a:t>
            </a:r>
            <a:r>
              <a:rPr lang="en-US" sz="2400" dirty="0">
                <a:latin typeface="Andalus" pitchFamily="18" charset="-78"/>
                <a:cs typeface="Andalus" pitchFamily="18" charset="-78"/>
              </a:rPr>
              <a:t>the project with advanced machine learning techniques.</a:t>
            </a:r>
            <a:endParaRPr lang="en-IN" sz="2400" dirty="0"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31271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1640" y="1700808"/>
            <a:ext cx="6048672" cy="3744416"/>
          </a:xfrm>
          <a:prstGeom prst="roundRect">
            <a:avLst/>
          </a:prstGeom>
          <a:ln w="38100">
            <a:solidFill>
              <a:srgbClr val="FFC00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835696" y="1916832"/>
            <a:ext cx="50405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Andalus" pitchFamily="18" charset="-78"/>
              </a:rPr>
              <a:t>Thank      </a:t>
            </a:r>
            <a:endParaRPr lang="en-IN" sz="96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Andalus" pitchFamily="18" charset="-78"/>
            </a:endParaRP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555776" y="3861048"/>
            <a:ext cx="34563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600" dirty="0" smtClean="0">
              <a:latin typeface="Algerian" pitchFamily="82" charset="0"/>
            </a:endParaRPr>
          </a:p>
          <a:p>
            <a:endParaRPr lang="en-IN" sz="9600" dirty="0">
              <a:latin typeface="Algerian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47864" y="3573016"/>
            <a:ext cx="49685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i="1" u="sng" dirty="0" smtClean="0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YOU</a:t>
            </a:r>
            <a:endParaRPr lang="en-IN" sz="9600" i="1" u="sng" dirty="0"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01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507</TotalTime>
  <Words>726</Words>
  <Application>Microsoft Office PowerPoint</Application>
  <PresentationFormat>On-screen Show (4:3)</PresentationFormat>
  <Paragraphs>113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Perspective</vt:lpstr>
      <vt:lpstr>Covid-19 data analysis and visualization using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data analysis and visualization using python</dc:title>
  <dc:creator>DELL</dc:creator>
  <cp:lastModifiedBy>DELL</cp:lastModifiedBy>
  <cp:revision>36</cp:revision>
  <dcterms:created xsi:type="dcterms:W3CDTF">2026-07-03T03:39:21Z</dcterms:created>
  <dcterms:modified xsi:type="dcterms:W3CDTF">2026-07-18T03:00:19Z</dcterms:modified>
</cp:coreProperties>
</file>